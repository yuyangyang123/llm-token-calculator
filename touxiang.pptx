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1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21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20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2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68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8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10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70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72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6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6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B2106-7209-4A4A-B642-39A4776796C5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B7739-5D48-45B5-BE25-AE771231D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35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7" t="12201" r="10462" b="14969"/>
          <a:stretch/>
        </p:blipFill>
        <p:spPr>
          <a:xfrm>
            <a:off x="1794294" y="586596"/>
            <a:ext cx="5503653" cy="499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1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张宇宁</dc:creator>
  <cp:lastModifiedBy>张宇宁</cp:lastModifiedBy>
  <cp:revision>2</cp:revision>
  <dcterms:created xsi:type="dcterms:W3CDTF">2026-06-08T07:00:14Z</dcterms:created>
  <dcterms:modified xsi:type="dcterms:W3CDTF">2026-06-08T07:29:58Z</dcterms:modified>
</cp:coreProperties>
</file>